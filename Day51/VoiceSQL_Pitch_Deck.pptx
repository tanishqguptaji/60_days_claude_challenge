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023360" cy="402336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94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</a:t>
            </a:r>
            <a:endParaRPr lang="en-US" sz="187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VoiceSQL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94360" y="33832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database a question. Out loud. In plain English.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Voice → SQL → Answers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•  10-Day Capstone  •  v1.0 Pitch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behind a language barrier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B3B3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a skill, not a given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who want answers from a database don't know how to write a query — joins, filters, and aggregations are a real barrier.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B3B3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2402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709160" y="2971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experts lose time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9160" y="36576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ad-hoc SQL for a one-off question is slower than simply asking it out loud.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21040" y="19202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B3B3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0" y="22402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595360" y="2971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widening gap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95360" y="36576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distance between “what someone wants to know” and “the query needed to know it” keeps insight locked away.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VoiceSQL  •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portfolio capstone, framed around a real use case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3749040"/>
          </a:xfrm>
          <a:prstGeom prst="roundRect">
            <a:avLst>
              <a:gd name="adj" fmla="val 2439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737360" y="22402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Recruiters &amp; Reviewers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4480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capstone's real audience. The demo must land clearly and impressively within a 2–3 minute live walkthrough — no setup, no explanation needed to understand the value.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212080" cy="3749040"/>
          </a:xfrm>
          <a:prstGeom prst="roundRect">
            <a:avLst>
              <a:gd name="adj" fmla="val 2439"/>
            </a:avLst>
          </a:prstGeom>
          <a:solidFill>
            <a:srgbClr val="F4FAF9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21945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7406640" y="22402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Non-Technical Business User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3108960"/>
            <a:ext cx="4480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illustrative persona: a small e-commerce store owner who wants quick answers from their sales data — “Who are my top customers this month?” — without ever touching SQL.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VoiceSQL  •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your question. Get the answer — and the query behind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228600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0F4A48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260604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mic and ask in plain English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63240" y="32918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0" y="228600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0F4A48"/>
          </a:solidFill>
          <a:ln/>
        </p:spPr>
      </p:sp>
      <p:sp>
        <p:nvSpPr>
          <p:cNvPr id="11" name="Shape 9"/>
          <p:cNvSpPr/>
          <p:nvPr/>
        </p:nvSpPr>
        <p:spPr>
          <a:xfrm>
            <a:off x="4160520" y="260604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16052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1760" dirty="0"/>
          </a:p>
        </p:txBody>
      </p:sp>
      <p:sp>
        <p:nvSpPr>
          <p:cNvPr id="13" name="Text 11"/>
          <p:cNvSpPr/>
          <p:nvPr/>
        </p:nvSpPr>
        <p:spPr>
          <a:xfrm>
            <a:off x="3429000" y="3520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39776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converts speech to text instantly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32918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89320" y="228600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0F4A48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0" y="260604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760" dirty="0"/>
          </a:p>
        </p:txBody>
      </p:sp>
      <p:sp>
        <p:nvSpPr>
          <p:cNvPr id="19" name="Text 17"/>
          <p:cNvSpPr/>
          <p:nvPr/>
        </p:nvSpPr>
        <p:spPr>
          <a:xfrm>
            <a:off x="6126480" y="3520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72200" y="39776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turns the question into safe SQL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58200" y="32918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686800" y="228600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0F4A48"/>
          </a:solidFill>
          <a:ln/>
        </p:spPr>
      </p:sp>
      <p:sp>
        <p:nvSpPr>
          <p:cNvPr id="23" name="Shape 21"/>
          <p:cNvSpPr/>
          <p:nvPr/>
        </p:nvSpPr>
        <p:spPr>
          <a:xfrm>
            <a:off x="9555480" y="260604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955548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760" dirty="0"/>
          </a:p>
        </p:txBody>
      </p:sp>
      <p:sp>
        <p:nvSpPr>
          <p:cNvPr id="25" name="Text 23"/>
          <p:cNvSpPr/>
          <p:nvPr/>
        </p:nvSpPr>
        <p:spPr>
          <a:xfrm>
            <a:off x="8823960" y="3520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869680" y="39776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+ the exact SQL appear side by side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VoiceSQL  •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in v1.0 — ranked by where the polish goes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3B3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3545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545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508760" y="20391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Voice Input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08760" y="244144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browser microphone capture — not a typed workaround. Top priority for polish.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87452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3B38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23545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3545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7086600" y="20391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Complex Questions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86600" y="244144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filters, sorting, and aggregations (SUM, COUNT, AVG, GROUP BY) across the sample database.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3B38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1376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376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1508760" y="38221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Transparency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08760" y="422452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generated SQL is always shown next to the results, building trust in the answer.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65760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3B38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41376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1376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7086600" y="38221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Safety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86600" y="422452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read-only SELECT statements are ever executed — anything destructive is blocked automatically.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VoiceSQL  •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 stack chosen for reliability within the build window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881360" cy="566928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874520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Browser-native Web Speech API — zero cost, zero extra service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881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4144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244144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HTML / CSS / JS — mic button, transcript, results, SQL panel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08376"/>
            <a:ext cx="10881360" cy="566928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0837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3008376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Flask, one core /query endpoint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75304"/>
            <a:ext cx="10881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7530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Translation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3575304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API, prompted with the live schema, converts question → SQL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42232"/>
            <a:ext cx="10881360" cy="566928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14223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4142232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preloaded sample e-commerce dataset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0881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70916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Layer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0" y="4709160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validation — only SELECT statements ever execute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276088"/>
            <a:ext cx="10881360" cy="566928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27608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0" y="527608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hosting with a public, shareable URL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VoiceSQL  •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out of v1.0 — the roadmap beyond this capstone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DE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5900" y="22860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Databases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connect or upload their own database instead of the fixed sample dataset.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DE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29100" y="22860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22910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3474720" y="31546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Follow-ups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74720" y="384048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multi-turn questions like “now just show me July” that build on the prior query.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DE9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72300" y="22860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97230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6217920" y="31546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Editable, Re-runnable SQL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17920" y="384048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first-class SQL editor so users can tweak and re-execute the generated query.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78240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DE9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15500" y="22860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971550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/>
          </a:p>
        </p:txBody>
      </p:sp>
      <p:sp>
        <p:nvSpPr>
          <p:cNvPr id="22" name="Text 20"/>
          <p:cNvSpPr/>
          <p:nvPr/>
        </p:nvSpPr>
        <p:spPr>
          <a:xfrm>
            <a:off x="8961120" y="31546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Visualizations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61120" y="384048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results into charts and graphs automatically, not just tables.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VoiceSQL  •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47472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to your data should feel as natural as talking to a colleague.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7955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VoiceSQL is a first step toward that world — proving that voice, AI translation, and transparent SQL can work together to remove the last barrier between a question and its answer. What starts as a 10-day capstone is a working demonstration of a genuinely useful pattern: ask naturally, understand instantly, trust the result.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VoiceSQL  • 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2026-07-23T02:29:35Z</dcterms:created>
  <dcterms:modified xsi:type="dcterms:W3CDTF">2026-07-23T02:29:35Z</dcterms:modified>
</cp:coreProperties>
</file>